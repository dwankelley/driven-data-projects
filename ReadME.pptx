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63" r:id="rId2"/>
    <p:sldId id="256" r:id="rId3"/>
    <p:sldId id="257" r:id="rId4"/>
    <p:sldId id="260" r:id="rId5"/>
    <p:sldId id="261" r:id="rId6"/>
    <p:sldId id="262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89635" autoAdjust="0"/>
  </p:normalViewPr>
  <p:slideViewPr>
    <p:cSldViewPr snapToGrid="0">
      <p:cViewPr varScale="1">
        <p:scale>
          <a:sx n="81" d="100"/>
          <a:sy n="81" d="100"/>
        </p:scale>
        <p:origin x="114" y="5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19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24CBEC-68C9-4887-835A-63D2B8ECD4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6A439-D5DE-48BE-A18D-F5AC649AA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D5B229-B0AC-446F-87FB-767F009DCE4D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BC71A-8FD0-4A8D-B883-6B36209D79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965EF-0BC1-4CBE-92BE-0D3BB69324B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3D382-51AD-4C84-AC8F-DE509EADB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624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B783-E1AD-42E5-8681-74EC2AAC8D4F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49ED5-FE2C-46FC-8436-BB0CC2B3E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57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 am taking a CSV file and inserting it into a </a:t>
            </a:r>
            <a:r>
              <a:rPr lang="en-US" dirty="0" err="1"/>
              <a:t>DataFrame</a:t>
            </a:r>
            <a:r>
              <a:rPr lang="en-US" dirty="0"/>
              <a:t>. Also, looking at the columns and data they contain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49ED5-FE2C-46FC-8436-BB0CC2B3E34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2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created a list of data to drop with frivolous data. For logistic regression this is critical.  rmv_NAN removes NAN and replaces it with the average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49ED5-FE2C-46FC-8436-BB0CC2B3E34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93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x , y and y2.  there are 2 label columns. Y is the first label (0). Y2 is the second label (1). Y and Y2 are independent of each other. Also, fitting to logistic regression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49ED5-FE2C-46FC-8436-BB0CC2B3E34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50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score for label 0 is 75 percent. And 60 percent for a label of 1. the test data, which is not labeled, is put into df3. the same preprocessing of column removal and NAN replacement was performed again (not shown).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49ED5-FE2C-46FC-8436-BB0CC2B3E34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675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“Predict_proba” gives you the percentage of 0 or 1, respectively, instead of the categorical labels. This data was put into a </a:t>
            </a:r>
            <a:r>
              <a:rPr lang="en-US" dirty="0" err="1"/>
              <a:t>dataframe</a:t>
            </a:r>
            <a:r>
              <a:rPr lang="en-US" dirty="0"/>
              <a:t> and exported as output.csv.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49ED5-FE2C-46FC-8436-BB0CC2B3E34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47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6E258-0452-4926-9D01-2A5A154BA812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4A39C-3179-4F56-906D-5206C0512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56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6E258-0452-4926-9D01-2A5A154BA812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4A39C-3179-4F56-906D-5206C0512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85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6E258-0452-4926-9D01-2A5A154BA812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4A39C-3179-4F56-906D-5206C0512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7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6E258-0452-4926-9D01-2A5A154BA812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4A39C-3179-4F56-906D-5206C0512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616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6E258-0452-4926-9D01-2A5A154BA812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4A39C-3179-4F56-906D-5206C0512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8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6E258-0452-4926-9D01-2A5A154BA812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4A39C-3179-4F56-906D-5206C0512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2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6E258-0452-4926-9D01-2A5A154BA812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4A39C-3179-4F56-906D-5206C0512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6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6E258-0452-4926-9D01-2A5A154BA812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4A39C-3179-4F56-906D-5206C0512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33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6E258-0452-4926-9D01-2A5A154BA812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4A39C-3179-4F56-906D-5206C0512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06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6E258-0452-4926-9D01-2A5A154BA812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4A39C-3179-4F56-906D-5206C0512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05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6E258-0452-4926-9D01-2A5A154BA812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4A39C-3179-4F56-906D-5206C0512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3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6E258-0452-4926-9D01-2A5A154BA812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4A39C-3179-4F56-906D-5206C0512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14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ivendata.org/competitions/66/flu-shot-learning/page/211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8A3CC7-07A4-455D-9080-22F96F270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233" y="0"/>
            <a:ext cx="769121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86D9D0-5C02-4FCA-80EA-A31AD50073F4}"/>
              </a:ext>
            </a:extLst>
          </p:cNvPr>
          <p:cNvSpPr txBox="1"/>
          <p:nvPr/>
        </p:nvSpPr>
        <p:spPr>
          <a:xfrm>
            <a:off x="201478" y="1627322"/>
            <a:ext cx="29136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https://www.drivendata.org/competitions/66/flu-shot-learning/page/211/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086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35A14EA6-4514-4058-97A0-D4B2636C23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35" t="2223" r="25974" b="6700"/>
          <a:stretch/>
        </p:blipFill>
        <p:spPr>
          <a:xfrm>
            <a:off x="3206338" y="1282"/>
            <a:ext cx="8728364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0E8739-9603-43D0-A30B-F33678E127F4}"/>
              </a:ext>
            </a:extLst>
          </p:cNvPr>
          <p:cNvSpPr txBox="1"/>
          <p:nvPr/>
        </p:nvSpPr>
        <p:spPr>
          <a:xfrm>
            <a:off x="2448732" y="6183824"/>
            <a:ext cx="4757980" cy="38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3EC276-F29E-4272-A3F4-A71E83615DFD}"/>
              </a:ext>
            </a:extLst>
          </p:cNvPr>
          <p:cNvSpPr txBox="1"/>
          <p:nvPr/>
        </p:nvSpPr>
        <p:spPr>
          <a:xfrm>
            <a:off x="296883" y="1140031"/>
            <a:ext cx="25294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I am taking a CSV file and inserting it into a Data Frame. Also, looking at the columns and data they contain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30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18693B-7A20-4266-B907-252CE07A56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896"/>
          <a:stretch/>
        </p:blipFill>
        <p:spPr>
          <a:xfrm>
            <a:off x="4615476" y="500380"/>
            <a:ext cx="7069844" cy="58572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B9E707-1BDC-4DB9-AF7C-E14B7C8821E6}"/>
              </a:ext>
            </a:extLst>
          </p:cNvPr>
          <p:cNvSpPr txBox="1"/>
          <p:nvPr/>
        </p:nvSpPr>
        <p:spPr>
          <a:xfrm>
            <a:off x="368135" y="1009403"/>
            <a:ext cx="35269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created a list of data to drop with frivolous data. For logistic regression this is critical.  rmv_NAN removes NAN and replaces it with the average 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117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873E98-D6C9-4556-ABA2-36635255F0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4584"/>
          <a:stretch/>
        </p:blipFill>
        <p:spPr>
          <a:xfrm>
            <a:off x="5747715" y="1021513"/>
            <a:ext cx="5426965" cy="46012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E253AF-63F6-477D-82E4-A061BD69A259}"/>
              </a:ext>
            </a:extLst>
          </p:cNvPr>
          <p:cNvSpPr txBox="1"/>
          <p:nvPr/>
        </p:nvSpPr>
        <p:spPr>
          <a:xfrm>
            <a:off x="629391" y="1175657"/>
            <a:ext cx="39901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 x , y and y2.  there are 2 label columns. Y is the first label (0). Y2 is the second label (1). Y and Y2 are independent of each other. Also, fitting to logistic regression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080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2379EC-72EC-4617-AC14-508127BD74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297"/>
          <a:stretch/>
        </p:blipFill>
        <p:spPr>
          <a:xfrm>
            <a:off x="3216117" y="385923"/>
            <a:ext cx="8350449" cy="56586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5C6822-C46B-489A-A2AE-15182C9ED928}"/>
              </a:ext>
            </a:extLst>
          </p:cNvPr>
          <p:cNvSpPr txBox="1"/>
          <p:nvPr/>
        </p:nvSpPr>
        <p:spPr>
          <a:xfrm>
            <a:off x="282914" y="1104405"/>
            <a:ext cx="26621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score for label 0 is 75 percent. And 60 percent for a label of 1. the test data, which is not labeled, is put into df3. the same preprocessing of column removal and NAN replacement was performed again (not shown).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545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D9B243-06A7-4C19-9609-1B337A533C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4706" b="16576"/>
          <a:stretch/>
        </p:blipFill>
        <p:spPr>
          <a:xfrm>
            <a:off x="6191671" y="351604"/>
            <a:ext cx="4496122" cy="53723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2D7050-AB30-4C33-8D07-53EB91B058BB}"/>
              </a:ext>
            </a:extLst>
          </p:cNvPr>
          <p:cNvSpPr txBox="1"/>
          <p:nvPr/>
        </p:nvSpPr>
        <p:spPr>
          <a:xfrm>
            <a:off x="206508" y="783771"/>
            <a:ext cx="46742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“Predict_proba” gives you the percentage of 0 or 1, respectively, instead of the categorical labels. This data was put into a data frame and exported as output.csv.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27503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9914F4-D6AB-4739-8FDD-7605077E6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246" y="625965"/>
            <a:ext cx="7690073" cy="5869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A886FE-BC7B-42E2-AAD4-39C7E7A0C875}"/>
              </a:ext>
            </a:extLst>
          </p:cNvPr>
          <p:cNvSpPr txBox="1"/>
          <p:nvPr/>
        </p:nvSpPr>
        <p:spPr>
          <a:xfrm>
            <a:off x="391886" y="1496291"/>
            <a:ext cx="2683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 submission to Driven Data</a:t>
            </a:r>
          </a:p>
        </p:txBody>
      </p:sp>
    </p:spTree>
    <p:extLst>
      <p:ext uri="{BB962C8B-B14F-4D97-AF65-F5344CB8AC3E}">
        <p14:creationId xmlns:p14="http://schemas.microsoft.com/office/powerpoint/2010/main" val="1020714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</TotalTime>
  <Words>396</Words>
  <Application>Microsoft Office PowerPoint</Application>
  <PresentationFormat>Widescreen</PresentationFormat>
  <Paragraphs>17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Dwan k</dc:creator>
  <cp:lastModifiedBy>Dwan k</cp:lastModifiedBy>
  <cp:revision>10</cp:revision>
  <dcterms:created xsi:type="dcterms:W3CDTF">2021-05-14T16:17:24Z</dcterms:created>
  <dcterms:modified xsi:type="dcterms:W3CDTF">2021-05-14T19:33:02Z</dcterms:modified>
</cp:coreProperties>
</file>